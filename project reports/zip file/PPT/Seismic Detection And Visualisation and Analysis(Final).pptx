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3" r:id="rId4"/>
    <p:sldId id="265" r:id="rId5"/>
    <p:sldId id="257" r:id="rId6"/>
    <p:sldId id="258" r:id="rId7"/>
    <p:sldId id="259" r:id="rId8"/>
    <p:sldId id="260" r:id="rId9"/>
    <p:sldId id="268" r:id="rId10"/>
    <p:sldId id="267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353"/>
            <a:ext cx="9144000" cy="2387600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charset="0"/>
                <a:cs typeface="Times New Roman" panose="02020603050405020304" charset="0"/>
              </a:rPr>
              <a:t>Seismic Detection,Visualisation and Analysis</a:t>
            </a:r>
            <a:endParaRPr lang="en-US" sz="4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146300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sym typeface="+mn-ea"/>
              </a:rPr>
              <a:t>GUIDED BY:                                                                                PREPARED BY:</a:t>
            </a:r>
            <a:endParaRPr lang="en-US"/>
          </a:p>
          <a:p>
            <a:pPr algn="l"/>
            <a:r>
              <a:rPr lang="en-US">
                <a:sym typeface="+mn-ea"/>
              </a:rPr>
              <a:t>PROF . JOSMY GEORGE                                                           JUSTINE BIJU PAUL</a:t>
            </a:r>
            <a:endParaRPr lang="en-US"/>
          </a:p>
          <a:p>
            <a:pPr algn="l"/>
            <a:r>
              <a:rPr lang="en-US">
                <a:sym typeface="+mn-ea"/>
              </a:rPr>
              <a:t>DEPARTMENT OF COMPUTER SCIENCE AND                      BIJIN BINOY</a:t>
            </a:r>
            <a:endParaRPr lang="en-US"/>
          </a:p>
          <a:p>
            <a:pPr algn="l"/>
            <a:r>
              <a:rPr lang="en-US">
                <a:sym typeface="+mn-ea"/>
              </a:rPr>
              <a:t>ENGINEERING                                                                           NISSA ANN SAJI </a:t>
            </a:r>
            <a:endParaRPr lang="en-US"/>
          </a:p>
          <a:p>
            <a:pPr algn="l"/>
            <a:r>
              <a:rPr lang="en-US">
                <a:sym typeface="+mn-ea"/>
              </a:rPr>
              <a:t>                                                                                                     ALLAN SHIBU KOSHY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CONTENTS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Literature Survey 3: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Paper 1: General Overview,Limitations,Adavantage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</a:t>
            </a:r>
            <a:r>
              <a:rPr lang="en-US" altLang="en-GB">
                <a:sym typeface="+mn-ea"/>
              </a:rPr>
              <a:t>Paper 2: General Overview,Limitations,Adavantage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Project Progress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Demo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Conclusion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510" y="2484755"/>
            <a:ext cx="10515600" cy="9448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sz="6600">
                <a:latin typeface="Times New Roman" panose="02020603050405020304" charset="0"/>
                <a:cs typeface="Times New Roman" panose="02020603050405020304" charset="0"/>
              </a:rPr>
              <a:t>    LITERATURE SURVEY - 3</a:t>
            </a:r>
            <a:endParaRPr lang="en-US" altLang="en-GB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1:  LEQNet:Light Earthquake Deep Neural Network for Earthquake</a:t>
            </a:r>
            <a:br>
              <a:rPr lang="en-US" altLang="en-GB" sz="2800">
                <a:sym typeface="+mn-ea"/>
              </a:rPr>
            </a:br>
            <a:r>
              <a:rPr lang="en-US" altLang="en-GB" sz="2800">
                <a:sym typeface="+mn-ea"/>
              </a:rPr>
              <a:t> Detection and Phase Picking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r>
              <a:rPr lang="en-US" altLang="en-GB" sz="2400" b="1"/>
              <a:t>LEQNet</a:t>
            </a:r>
            <a:r>
              <a:rPr lang="en-US" altLang="en-GB" sz="2400"/>
              <a:t>: Lightweight deep neural network for seismic detection and phase picking in on-site EEW systems.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Uses recursive structures, bottleneck layers, and depthwise separable convolutions to cut size and computation.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88% smaller than EQTransformer (from 4.5 MB to 0.94 MB) with similar accuracy (F1-scores: 0.99, 0.98, 0.97).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Runs efficiently on low-cost IoT sensors, reducing dependence on servers or high-end hardware.</a:t>
            </a:r>
            <a:endParaRPr lang="en-US" altLang="en-GB" sz="2400"/>
          </a:p>
          <a:p>
            <a:pPr algn="just"/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3175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Jongseong Lim, Jin Kyu Gahm and Giltae Song, Frontiers, Published in 2022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Optimized for small devices.</a:t>
            </a:r>
            <a:endParaRPr lang="en-US" altLang="en-GB"/>
          </a:p>
          <a:p>
            <a:r>
              <a:rPr lang="en-US" altLang="en-GB"/>
              <a:t>Low memory usage(&lt;256kb).</a:t>
            </a:r>
            <a:endParaRPr lang="en-US" altLang="en-GB"/>
          </a:p>
          <a:p>
            <a:r>
              <a:rPr lang="en-US" altLang="en-GB"/>
              <a:t>Regional Database is used.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For all types of devices.</a:t>
            </a:r>
            <a:endParaRPr lang="en-US" altLang="en-GB"/>
          </a:p>
          <a:p>
            <a:r>
              <a:rPr lang="en-US" altLang="en-GB"/>
              <a:t>For each Data different memory is used.</a:t>
            </a:r>
            <a:endParaRPr lang="en-US" altLang="en-GB"/>
          </a:p>
          <a:p>
            <a:r>
              <a:rPr lang="en-US" altLang="en-GB"/>
              <a:t>Data from around the world.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2:  Seismic arrival-time picking on distributed acoustic sensing data using semi-supervised learning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/>
          </a:bodyPr>
          <a:p>
            <a:pPr algn="just"/>
            <a:r>
              <a:rPr lang="en-US" altLang="en-GB" sz="2400" b="1"/>
              <a:t>PhaseNet-DAS</a:t>
            </a:r>
            <a:r>
              <a:rPr lang="en-US" altLang="en-GB" sz="2400"/>
              <a:t>: Deep learning model for DAS seismic data, processing 2D spatio-temporal inputs to detect earthquakes and pick P/S phases.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Uses semi-supervised learning with pseudo labels from a pre-trained PhaseNet and phase association to overcome limited manual labels.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Shows high accuracy and robustness in noisy DAS environments, improving detection of low-SNR events and supporting real-time monitoring and tomography.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Zachary E. Ross, Ettore Biondi ,JiaxuanLi,Jiuxun Yin, Nature Communications, Published in 2023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Region biases may be present.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bias for any regions.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Project Progress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altLang="en-GB" sz="2400"/>
              <a:t>The dashboard currently receives and preprocesses waveform data from uploaded seismic recordings and edge sensors.</a:t>
            </a:r>
            <a:endParaRPr lang="en-US" altLang="en-GB" sz="2400"/>
          </a:p>
          <a:p>
            <a:pPr algn="just"/>
            <a:r>
              <a:rPr lang="en-US" altLang="en-GB" sz="2400"/>
              <a:t>Model training pipelines (LEQNet-Pro, Efficient-CNN-v2, and LSTM-Classifier) are implemented and running efficiently within Kaggle/Colab GPU constraints.</a:t>
            </a:r>
            <a:endParaRPr lang="en-US" altLang="en-GB" sz="2400"/>
          </a:p>
          <a:p>
            <a:pPr algn="just"/>
            <a:r>
              <a:rPr lang="en-US" altLang="en-GB" sz="2400"/>
              <a:t>Evaluation reports, confusion matrices, and TFLite conversion are successfully generated, and model performance meets initial PRD goals for accuracy and F1 score.</a:t>
            </a:r>
            <a:endParaRPr lang="en-US" altLang="en-GB" sz="2400"/>
          </a:p>
          <a:p>
            <a:pPr algn="just"/>
            <a:r>
              <a:rPr lang="en-US" altLang="en-GB" sz="2400"/>
              <a:t>The next steps include enabling live waveform streaming through ObsPy, adding real-time classification and alert APIs, and integrating the EEW dashboard for visualization of detected events and epicenter</a:t>
            </a:r>
            <a:r>
              <a:rPr lang="en-US" altLang="en-US" sz="2400"/>
              <a:t> </a:t>
            </a:r>
            <a:r>
              <a:rPr lang="en-US" altLang="en-GB" sz="2400"/>
              <a:t>localization.</a:t>
            </a:r>
            <a:endParaRPr lang="en-US" altLang="en-GB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DEMO of our Project</a:t>
            </a:r>
            <a:endParaRPr lang="en-US" altLang="en-GB" b="1"/>
          </a:p>
        </p:txBody>
      </p:sp>
      <p:pic>
        <p:nvPicPr>
          <p:cNvPr id="4" name="Content Placeholder 3" descr="WhatsApp Image 2025-10-24 at 14.06.39_5e12274b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1445" y="1691005"/>
            <a:ext cx="8776335" cy="4082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65220" y="6144895"/>
            <a:ext cx="486219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/>
              <a:t>Fig 1: Represent Testing phase of our model  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General Conclusion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GB"/>
              <a:t>Most reviewed papers share common limitations like region biases, noise sensitivity, and limited generalization across regions.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These studies highlight the need for a more adaptable and unified seismic detection approach.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Our project aims to overcome these recurring challenges by improving accuracy, robustness, and scalability.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By integrating insights from all 15 papers, we are developing a comprehensive system that addresses existing gaps in seismic detection and analysis.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95320"/>
            <a:ext cx="10515600" cy="695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5900">
                <a:latin typeface="Times New Roman" panose="02020603050405020304" charset="0"/>
                <a:cs typeface="Times New Roman" panose="02020603050405020304" charset="0"/>
              </a:rPr>
              <a:t>             THANK YOU</a:t>
            </a:r>
            <a:endParaRPr lang="en-US" altLang="en-GB" sz="5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3508</Words>
  <Application>WPS Presentation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Seismic Detection,Visualisation and Analysis</vt:lpstr>
      <vt:lpstr>CONTENTS</vt:lpstr>
      <vt:lpstr>PowerPoint 演示文稿</vt:lpstr>
      <vt:lpstr>Paper 1:  LEQNet:Light Earthquake Deep Neural Network for Earthquake  Detection and Phase Picking</vt:lpstr>
      <vt:lpstr>PowerPoint 演示文稿</vt:lpstr>
      <vt:lpstr>Paper 2:  Seismic arrival-time picking on distributed acoustic sensing data using semi-supervised learning</vt:lpstr>
      <vt:lpstr>PowerPoint 演示文稿</vt:lpstr>
      <vt:lpstr>Project Progress</vt:lpstr>
      <vt:lpstr>DEMO of our Project</vt:lpstr>
      <vt:lpstr>General 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Allan shibu</cp:lastModifiedBy>
  <cp:revision>7</cp:revision>
  <dcterms:created xsi:type="dcterms:W3CDTF">2025-07-23T00:59:00Z</dcterms:created>
  <dcterms:modified xsi:type="dcterms:W3CDTF">2025-10-27T12:35:27Z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D514C36AE24C44E7BBBB096CF13F67DE_12</vt:lpwstr>
  </property>
  <property fmtid="{D5CDD505-2E9C-101B-9397-08002B2CF9AE}" pid="3" name="KSOProductBuildVer">
    <vt:lpwstr>2057-12.2.0.23149</vt:lpwstr>
  </property>
</Properties>
</file>